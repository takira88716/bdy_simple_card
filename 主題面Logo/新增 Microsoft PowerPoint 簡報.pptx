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1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821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97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04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4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70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39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52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99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161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16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969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C9BFB-7023-4651-BBBA-713ABA6CF9AA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3BEBF-8F49-4471-AB1F-B82791F5C2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38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4358" y="1122363"/>
            <a:ext cx="4815941" cy="388287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76131" y="1411828"/>
            <a:ext cx="9144000" cy="2387600"/>
          </a:xfrm>
        </p:spPr>
        <p:txBody>
          <a:bodyPr/>
          <a:lstStyle/>
          <a:p>
            <a:r>
              <a:rPr lang="en-US" altLang="zh-TW" b="1" dirty="0" smtClean="0">
                <a:solidFill>
                  <a:srgbClr val="501898"/>
                </a:solidFill>
              </a:rPr>
              <a:t>TAKO</a:t>
            </a:r>
            <a:r>
              <a:rPr lang="zh-TW" altLang="en-US" b="1" dirty="0" smtClean="0">
                <a:solidFill>
                  <a:srgbClr val="501898"/>
                </a:solidFill>
              </a:rPr>
              <a:t>盃 </a:t>
            </a:r>
            <a:r>
              <a:rPr lang="en-US" altLang="zh-TW" b="1" dirty="0" smtClean="0">
                <a:solidFill>
                  <a:srgbClr val="501898"/>
                </a:solidFill>
              </a:rPr>
              <a:t>-</a:t>
            </a:r>
            <a:r>
              <a:rPr lang="zh-TW" altLang="en-US" b="1" dirty="0" smtClean="0">
                <a:solidFill>
                  <a:srgbClr val="501898"/>
                </a:solidFill>
              </a:rPr>
              <a:t> 第</a:t>
            </a:r>
            <a:r>
              <a:rPr lang="en-US" altLang="zh-TW" b="1" dirty="0" smtClean="0">
                <a:solidFill>
                  <a:srgbClr val="501898"/>
                </a:solidFill>
              </a:rPr>
              <a:t>10</a:t>
            </a:r>
            <a:r>
              <a:rPr lang="zh-TW" altLang="en-US" b="1" dirty="0" smtClean="0">
                <a:solidFill>
                  <a:srgbClr val="501898"/>
                </a:solidFill>
              </a:rPr>
              <a:t>屆</a:t>
            </a:r>
            <a:endParaRPr lang="zh-TW" altLang="en-US" b="1" dirty="0">
              <a:solidFill>
                <a:srgbClr val="501898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016" y="1558212"/>
            <a:ext cx="4537720" cy="32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4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TAKO盃 - 第10屆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TAKO盃 - 第10屆</dc:title>
  <dc:creator>徐正泓</dc:creator>
  <cp:lastModifiedBy>徐正泓</cp:lastModifiedBy>
  <cp:revision>1</cp:revision>
  <dcterms:created xsi:type="dcterms:W3CDTF">2026-08-17T13:25:51Z</dcterms:created>
  <dcterms:modified xsi:type="dcterms:W3CDTF">2026-08-17T13:34:04Z</dcterms:modified>
</cp:coreProperties>
</file>